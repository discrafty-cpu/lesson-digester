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 We Need Today: Notebooks, pencils, team folders. Focus Skill: Ratios and Proportional Relationships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How are you feeling today? Pick a number 1-5. 1 = struggling, 5 = great. Share with your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Let us breathe together. Breathe in for 4 counts. Hold for 4 counts. Breathe out for 4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Our Commitment: We will keep our mind full of math today and support each team member.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Learning Target: I will use ratio tables and equivalent ratios to solve real-world problems. Success Criteria: I can set up a proportion and solve for the unknown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Vocabulary: Ratio - a comparison of two quantities. Rate - a ratio comparing different units. Proportion - an equation showing two ratios are equal. Unit Rate - a rate with denominator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Team Roles Today: Facilitator keeps discussion going. Task Manager watches the clock. Resource Manager gets materials. Recorder writes the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Story: Maya and her friends are planning a bake sale. They need to triple their cookie recipe. The original recipe calls for 2 cups of flour for every 3 cups of sugar. How much of each ingredient do they need?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Warm Up Review: Fill in the ratio table. If 2 pencils cost 50 cents, how much do 6 pencils cost? How about 10 pencils?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Focus Skill: Setting up proportions. Step 1: Write the known ratio. Step 2: Write the unknown ratio. Step 3: Cross multiply. Step 4: Solve for x. Review: What does it mean for two ratios to be equivalent?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Activity Launch: Teams complete the Proportion Stations activity. Visit each station. Solve the ratio problem. Record your work on the team sheet.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Problem 7-1: A car travels 150 miles in 3 hours. At the same rate, how far will it travel in 7 hours? Set up a proportion to solve.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Problem 7-2: A recipe uses 4 eggs for every 6 cups of flour. How many eggs do you need for 15 cups of flour? Show your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Problem 7-3: The scale on a map is 1 inch = 25 miles. Two cities are 3.5 inches apart on the map. What is the actual distance?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 do you notice? What do you wonder? Look at the two ratio tables below and discuss with your team.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Discuss with your team: How do you know if two ratios are proportional? Share your strategy for solving proportions. Turn and talk with a partner.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Day 2: Applying Proportional Relationships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Would You Rather: Buy 3 pizzas for 24 dollars OR 5 pizzas for 38 dollars? Which is the better deal? Explain your reasoning.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Exit Ticket: Solve this proportion: 4/x = 12/15. Show all your 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Learning Log: Write about what you learned today. What strategy worked best for solving proportions? Reflect on your understanding.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Closure: Summary of today. What was the most important thing you learned? What questions do you still have?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Homework Tonight: Complete problems 1-8 on the Proportions Practice worksheet. Due tomorrow.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